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9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016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3088" y="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200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27">
            <a:extLst>
              <a:ext uri="{FF2B5EF4-FFF2-40B4-BE49-F238E27FC236}">
                <a16:creationId xmlns:a16="http://schemas.microsoft.com/office/drawing/2014/main" id="{65173F1F-0BCA-3C16-A53A-01C875D389AD}"/>
              </a:ext>
            </a:extLst>
          </p:cNvPr>
          <p:cNvSpPr txBox="1"/>
          <p:nvPr userDrawn="1"/>
        </p:nvSpPr>
        <p:spPr>
          <a:xfrm>
            <a:off x="627386" y="6332221"/>
            <a:ext cx="297923" cy="12572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GB" sz="800" b="0" noProof="0" smtClean="0">
                <a:solidFill>
                  <a:srgbClr val="2A1449"/>
                </a:solidFill>
              </a:rPr>
              <a:t>‹Nr.›</a:t>
            </a:fld>
            <a:endParaRPr lang="en-GB" sz="800" b="0" noProof="0">
              <a:solidFill>
                <a:srgbClr val="2A1449"/>
              </a:solidFill>
            </a:endParaRPr>
          </a:p>
        </p:txBody>
      </p:sp>
      <p:cxnSp>
        <p:nvCxnSpPr>
          <p:cNvPr id="5" name="Straight Connector 5" descr="Tiret">
            <a:extLst>
              <a:ext uri="{FF2B5EF4-FFF2-40B4-BE49-F238E27FC236}">
                <a16:creationId xmlns:a16="http://schemas.microsoft.com/office/drawing/2014/main" id="{59CF8794-6999-FA06-E393-FFB4C109F644}"/>
              </a:ext>
            </a:extLst>
          </p:cNvPr>
          <p:cNvCxnSpPr>
            <a:cxnSpLocks/>
          </p:cNvCxnSpPr>
          <p:nvPr userDrawn="1"/>
        </p:nvCxnSpPr>
        <p:spPr>
          <a:xfrm>
            <a:off x="965202" y="6328027"/>
            <a:ext cx="0" cy="13149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93367860-C38C-917C-C236-353B156AD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88C2520A-C6C4-13E8-DE50-84B43469D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52294" y="718296"/>
            <a:ext cx="87411" cy="12192000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pic>
        <p:nvPicPr>
          <p:cNvPr id="8" name="Graphique 8">
            <a:extLst>
              <a:ext uri="{FF2B5EF4-FFF2-40B4-BE49-F238E27FC236}">
                <a16:creationId xmlns:a16="http://schemas.microsoft.com/office/drawing/2014/main" id="{A24EEC17-E4AD-03E3-25EF-8B2CD5DB6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3276" y="6299014"/>
            <a:ext cx="1489124" cy="1895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CA90E49-93C4-CBF9-BA0A-DDF7EF375277}"/>
              </a:ext>
            </a:extLst>
          </p:cNvPr>
          <p:cNvSpPr txBox="1"/>
          <p:nvPr/>
        </p:nvSpPr>
        <p:spPr>
          <a:xfrm>
            <a:off x="1510748" y="1563757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DEMO </a:t>
            </a:r>
          </a:p>
        </p:txBody>
      </p:sp>
    </p:spTree>
    <p:extLst>
      <p:ext uri="{BB962C8B-B14F-4D97-AF65-F5344CB8AC3E}">
        <p14:creationId xmlns:p14="http://schemas.microsoft.com/office/powerpoint/2010/main" val="3718266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0814813-e420-4b5d-b9bc-fb17e1a761c2}" enabled="1" method="Standard" siteId="{8b87af7d-8647-4dc7-8df4-5f69a2011bb5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Macintosh PowerPoint</Application>
  <PresentationFormat>Breitbild</PresentationFormat>
  <Paragraphs>24</Paragraphs>
  <Slides>24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28" baseType="lpstr">
      <vt:lpstr>Arial</vt:lpstr>
      <vt:lpstr>Calibri</vt:lpstr>
      <vt:lpstr>Tahoma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Modernizing with Claude</dc:title>
  <dc:subject>PptxGenJS Presentation</dc:subject>
  <dc:creator>Created by Marp</dc:creator>
  <cp:lastModifiedBy>FILIOS Georg</cp:lastModifiedBy>
  <cp:revision>2</cp:revision>
  <dcterms:created xsi:type="dcterms:W3CDTF">2025-12-18T11:40:39Z</dcterms:created>
  <dcterms:modified xsi:type="dcterms:W3CDTF">2025-12-18T12:44:55Z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C2 - Eingeschränkte Verwendung</vt:lpwstr>
  </property>
</Properties>
</file>